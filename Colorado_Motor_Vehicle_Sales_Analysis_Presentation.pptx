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3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7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6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7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8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60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2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7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9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58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53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29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00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462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Colorado Motor Vehicle Sales Analysis (2008–2015)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Data-Driven Insights, Forecasting &amp; Policy Recommendations</a:t>
            </a:r>
          </a:p>
          <a:p>
            <a:r>
              <a:rPr lang="en-IN" dirty="0"/>
              <a:t>Vaibhav Joshi</a:t>
            </a:r>
            <a:r>
              <a:rPr dirty="0"/>
              <a:t>| Data Analyst |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vehicle sales data across Colorado counties (2008–2015)</a:t>
            </a:r>
          </a:p>
          <a:p>
            <a:r>
              <a:t>Identify trends, seasonal patterns, and economic influences</a:t>
            </a:r>
          </a:p>
          <a:p>
            <a:r>
              <a:t>Forecast future sales and generate actionable insights</a:t>
            </a:r>
          </a:p>
          <a:p>
            <a:r>
              <a:t>Build a dashboard for interactive exploration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lack understanding of regional sales performance</a:t>
            </a:r>
          </a:p>
          <a:p>
            <a:r>
              <a:t>Seasonal variations and economic impacts not considered in planning</a:t>
            </a:r>
          </a:p>
          <a:p>
            <a:r>
              <a:t>Forecasting is essential for inventory and marketing decisions</a:t>
            </a:r>
          </a:p>
          <a:p>
            <a:r>
              <a:t>Goal: Use data analytics to address these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Techniques: Data Exploration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 Python (Pandas, NumPy)</a:t>
            </a:r>
          </a:p>
          <a:p>
            <a:r>
              <a:t>Handled missing values and date formatting</a:t>
            </a:r>
          </a:p>
          <a:p>
            <a:r>
              <a:t>Aggregated data by county, quarter, and year</a:t>
            </a:r>
          </a:p>
          <a:p>
            <a:r>
              <a:t>Created custom metrics like sales growth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Libraries: Matplotlib, Seaborn</a:t>
            </a:r>
          </a:p>
          <a:p>
            <a:r>
              <a:t>Line plots for annual sales trends</a:t>
            </a:r>
          </a:p>
          <a:p>
            <a:r>
              <a:t>Heatmaps and bar plots for seasonality and regional performance</a:t>
            </a:r>
          </a:p>
          <a:p>
            <a:r>
              <a:t>Detected anomalies like 2009 sales dip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Models: SARIMA, Prophet</a:t>
            </a:r>
          </a:p>
          <a:p>
            <a:r>
              <a:t>Forecasted sales for top counties</a:t>
            </a:r>
          </a:p>
          <a:p>
            <a:r>
              <a:t>Evaluated using RMSE and R² Score</a:t>
            </a:r>
          </a:p>
          <a:p>
            <a:r>
              <a:t>Special thanks to Ayushi Mishra for helpful YouTube video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Q2 and Q</a:t>
            </a:r>
            <a:r>
              <a:rPr lang="en-IN" dirty="0"/>
              <a:t>3</a:t>
            </a:r>
            <a:r>
              <a:rPr dirty="0"/>
              <a:t> show higher sales</a:t>
            </a:r>
          </a:p>
          <a:p>
            <a:r>
              <a:rPr dirty="0"/>
              <a:t>Denver, El Paso, Arapahoe are top-performing counties</a:t>
            </a:r>
          </a:p>
          <a:p>
            <a:r>
              <a:rPr dirty="0"/>
              <a:t>2008–2009 recession impacted sales sharply</a:t>
            </a:r>
          </a:p>
          <a:p>
            <a:r>
              <a:rPr dirty="0"/>
              <a:t>Fuel price changes influence vehicle preferences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 shows steady post-2015 growth in top counties</a:t>
            </a:r>
          </a:p>
          <a:p>
            <a:r>
              <a:t>SARIMA performed slightly better with lower RMSE</a:t>
            </a:r>
          </a:p>
          <a:p>
            <a:r>
              <a:t>Seasonal patterns remain consistent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Policy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Businesses: Focus Q2 &amp; Q4, expand in high-growth counties, offer EVs</a:t>
            </a:r>
          </a:p>
          <a:p>
            <a:r>
              <a:t>Policymakers: EV incentives, infrastructure, monitor sales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Clean, reproducible code with comments</a:t>
            </a:r>
          </a:p>
          <a:p>
            <a:r>
              <a:t>Insight-rich visualizations for decision-making</a:t>
            </a:r>
          </a:p>
          <a:p>
            <a:r>
              <a:t>Interactive dashboard using Streamlit or Power BI</a:t>
            </a:r>
          </a:p>
          <a:p>
            <a:r>
              <a:t>Structured report with summary and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“Data tells a story — we just need to listen.”</a:t>
            </a:r>
          </a:p>
          <a:p>
            <a:r>
              <a:rPr dirty="0"/>
              <a:t>Open to feedback, collaboration, and </a:t>
            </a:r>
            <a:r>
              <a:t>opportunities!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14</TotalTime>
  <Words>314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2</vt:lpstr>
      <vt:lpstr>Quotable</vt:lpstr>
      <vt:lpstr>Colorado Motor Vehicle Sales Analysis (2008–2015)</vt:lpstr>
      <vt:lpstr>Project Overview</vt:lpstr>
      <vt:lpstr>Problem Statement</vt:lpstr>
      <vt:lpstr>Techniques: Data Exploration &amp; Cleaning</vt:lpstr>
      <vt:lpstr>Visualization &amp; Pattern Recognition</vt:lpstr>
      <vt:lpstr>Forecasting Techniques</vt:lpstr>
      <vt:lpstr>Key Insights from Data</vt:lpstr>
      <vt:lpstr>Forecast Results</vt:lpstr>
      <vt:lpstr>Business &amp; Policy Recommendations</vt:lpstr>
      <vt:lpstr>Final Deliverables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Motor Vehicle Sales Analysis (2008–2015)</dc:title>
  <dc:subject/>
  <dc:creator/>
  <cp:keywords/>
  <dc:description>generated using python-pptx</dc:description>
  <cp:lastModifiedBy>Vaibhav Joshi</cp:lastModifiedBy>
  <cp:revision>3</cp:revision>
  <dcterms:created xsi:type="dcterms:W3CDTF">2013-01-27T09:14:16Z</dcterms:created>
  <dcterms:modified xsi:type="dcterms:W3CDTF">2025-04-05T10:54:35Z</dcterms:modified>
  <cp:category/>
</cp:coreProperties>
</file>